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129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GuestFlow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29A8F"/>
                </a:solidFill>
                <a:latin typeface="Segoe UI"/>
              </a:rPr>
              <a:t>The AI Front Desk Assistant for Hotels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5F7"/>
                </a:solidFill>
                <a:latin typeface="Segoe UI"/>
              </a:rPr>
              <a:t>Developed by Ridham Taneja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9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Reception is interrupted all day by repetitive guest questions (Wi-Fi, checkout, towels, cabs).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Guest issues get lost between reception, housekeeping and maintenance.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Managers find out about problems too late — often as a public 1-star review.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Independent hotels are short-staffed and can't scale attention.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9A8F"/>
                </a:solidFill>
                <a:latin typeface="Segoe UI"/>
              </a:rPr>
              <a:t>Repetitive work + slow issue resolution + reputation risk = lost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What GuestFlow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9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An AI front-desk assistant that handles repetitive guest requests instantly.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444A52"/>
                </a:solidFill>
                <a:latin typeface="Segoe UI"/>
              </a:rPr>
              <a:t>– Communicate — answers questions and creates tickets automatically.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444A52"/>
                </a:solidFill>
                <a:latin typeface="Segoe UI"/>
              </a:rPr>
              <a:t>– Operate — routes, escalates and tracks every issue to resolution.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444A52"/>
                </a:solidFill>
                <a:latin typeface="Segoe UI"/>
              </a:rPr>
              <a:t>– Improve — protects ratings and surfaces problems before they grow.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9A8F"/>
                </a:solidFill>
                <a:latin typeface="Segoe UI"/>
              </a:rPr>
              <a:t>Positioned as an operations system, not just a chatbot.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The Differentiator: Closing the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9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7314" y="2194560"/>
            <a:ext cx="2240280" cy="1371600"/>
          </a:xfrm>
          <a:prstGeom prst="roundRect">
            <a:avLst/>
          </a:prstGeom>
          <a:solidFill>
            <a:srgbClr val="129A8F"/>
          </a:solidFill>
          <a:ln>
            <a:solidFill>
              <a:srgbClr val="0F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Guest reports 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1874" y="2606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2A47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56383" y="2194560"/>
            <a:ext cx="2240280" cy="1371600"/>
          </a:xfrm>
          <a:prstGeom prst="roundRect">
            <a:avLst/>
          </a:prstGeom>
          <a:solidFill>
            <a:srgbClr val="0F2A47"/>
          </a:solidFill>
          <a:ln>
            <a:solidFill>
              <a:srgbClr val="0F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AI creates ticket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0943" y="2606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2A47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5452" y="2194560"/>
            <a:ext cx="2240280" cy="1371600"/>
          </a:xfrm>
          <a:prstGeom prst="roundRect">
            <a:avLst/>
          </a:prstGeom>
          <a:solidFill>
            <a:srgbClr val="129A8F"/>
          </a:solidFill>
          <a:ln>
            <a:solidFill>
              <a:srgbClr val="0F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Staff notified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0013" y="2606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2A47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4522" y="2194560"/>
            <a:ext cx="2240280" cy="1371600"/>
          </a:xfrm>
          <a:prstGeom prst="roundRect">
            <a:avLst/>
          </a:prstGeom>
          <a:solidFill>
            <a:srgbClr val="0F2A47"/>
          </a:solidFill>
          <a:ln>
            <a:solidFill>
              <a:srgbClr val="0F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Escalate if stale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9082" y="2606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2A47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03591" y="2194560"/>
            <a:ext cx="2240280" cy="1371600"/>
          </a:xfrm>
          <a:prstGeom prst="roundRect">
            <a:avLst/>
          </a:prstGeom>
          <a:solidFill>
            <a:srgbClr val="129A8F"/>
          </a:solidFill>
          <a:ln>
            <a:solidFill>
              <a:srgbClr val="0F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Resolved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98151" y="2606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2A47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2660" y="2194560"/>
            <a:ext cx="2240280" cy="1371600"/>
          </a:xfrm>
          <a:prstGeom prst="roundRect">
            <a:avLst/>
          </a:prstGeom>
          <a:solidFill>
            <a:srgbClr val="0F2A47"/>
          </a:solidFill>
          <a:ln>
            <a:solidFill>
              <a:srgbClr val="0F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Guest confirmed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44A52"/>
                </a:solidFill>
                <a:latin typeface="Segoe UI"/>
              </a:rPr>
              <a:t>Most hotel AI stops at the first box. GuestFlow runs the whole chain — and confirms the guest is satisfied at the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9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Conversational guest support (RAG over hotel FAQ + local LLM).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Ticket lifecycle: open → in-progress → resolved, with auto follow-up.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Escalation timer — stale issues alert the manager automatically.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Guest profiles &amp; preferences — returning guests recognised and personalised.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Review management — compliant feedback capture + negative-feedback recovery.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Owner analytics + proactive insights + daily manager digest.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Review Management — Done Legally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9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Every guest is invited to leave a public review — never only the happy ones.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Negative feedback privately alerts the manager for fast service recovery.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The alert never blocks or diverts a guest's public review.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444A52"/>
                </a:solidFill>
                <a:latin typeface="Segoe UI"/>
              </a:rPr>
              <a:t>– "Review gating" (soliciting only happy guests) violates Google &amp; FTC rules — GuestFlow is built to avoid it by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9A8F"/>
                </a:solidFill>
                <a:latin typeface="Segoe UI"/>
              </a:rPr>
              <a:t>Better ratings, the compliant 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The Moat: Proactive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9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Systemic issues — "3 'Maintenance' tickets on floor 3 in 24h: likely one root cause."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Repeat rooms — one room generating many tickets.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Feedback themes — a topic recurring across negative reviews.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Delivered live in the dashboard and as a manager morning digest.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9A8F"/>
                </a:solidFill>
                <a:latin typeface="Segoe UI"/>
              </a:rPr>
              <a:t>Most hotel AI answers your guests — GuestFlow tells you what's about to break.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9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Event-driven webhook ingestion with semantic intent routing.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Multi-agent orchestration: Pre-Stay, In-Stay, Post-Stay agents.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RAG retrieval (ChromaDB) over the hotel FAQ + local LLM (Ollama).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Persistent state in SQLite; durable guest memory in a vector store.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FastAPI backend + Streamlit operations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Security &amp;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9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API-key authentication (constant-time), fail-closed in production.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Input validation, email header-injection protection, rate limiting.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Prompt-injection hardening — untrusted guest text is fenced.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Right-to-erasure endpoint for guest PII (DPDP/GDPR-friendly).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48-test automated suite; runs behind HTTPS in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9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Backend: FastAPI (Python).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Dashboard: Streamlit.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AI: local LLM via Ollama (swappable to hosted APIs).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RAG: ChromaDB vector retrieval.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Data: SQLite (WAL) — Postgres for multi-hotel scale.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Testing: pytest (48 tests).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Why a Hotel Pays for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9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Cuts repetitive front-desk work so staff focus on real guests.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Faster issue resolution → fewer bad experiences → better reviews.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Catches operational problems before they cost a star.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444A52"/>
                </a:solidFill>
                <a:latin typeface="Segoe UI"/>
              </a:rPr>
              <a:t>– "We help your staff respond faster, reduce repetitive work, and turn satisfied guests into positive reviews."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9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WhatsApp / SMS guest channel (via a Business Solution Provider).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Multi-tenant support — per-hotel configuration &amp; data isolation.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Cloud deployment + hosted LLM option.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0F2A47"/>
                </a:solidFill>
                <a:latin typeface="Segoe UI"/>
              </a:rPr>
              <a:t>• PMS integration and deeper semantic 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9A8F"/>
                </a:solidFill>
                <a:latin typeface="Segoe UI"/>
              </a:rPr>
              <a:t>Built and tested today; deployment sequenced around a real pilot.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129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29A8F"/>
                </a:solidFill>
                <a:latin typeface="Segoe UI"/>
              </a:rPr>
              <a:t>GuestFlow AI — what's about to become a problem, before it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F5F7"/>
                </a:solidFill>
                <a:latin typeface="Segoe UI"/>
              </a:rPr>
              <a:t>Ridham Taneja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